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Good day, Sir/Ma'am.</a:t>
            </a:r>
          </a:p>
          <a:p>
            <a:r>
              <a:t>Today I am presenting RESCOM-ALERT — a purpose-built system designed to solve one critical tactical problem: ensuring that emergency mobilization orders wake up and alert our reservists, even when their phones are locked, muted, or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Sir, our current communication has three major fatal flaws during rapid mobilization:</a:t>
            </a:r>
          </a:p>
          <a:p>
            <a:r>
              <a:t>1. Over 70% of personnel keep phones on silent or Do Not Disturb. Regular text dings don't wake people up.</a:t>
            </a:r>
          </a:p>
          <a:p>
            <a:r>
              <a:t>2. Chat apps like Messenger depend entirely on internet data. When typhoons or earthquakes knock out cell data, communication is dead.</a:t>
            </a:r>
          </a:p>
          <a:p>
            <a:r>
              <a:t>3. Commanders have zero headcount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Here is the technology breakthrough:</a:t>
            </a:r>
          </a:p>
          <a:p>
            <a:r>
              <a:t>First: It uses the same privileged hardware channel as your morning alarm clock. It literally overrides the volume slider and DND.</a:t>
            </a:r>
          </a:p>
          <a:p>
            <a:r>
              <a:t>Second: It turns the phone display ON over the lockscreen.</a:t>
            </a:r>
          </a:p>
          <a:p>
            <a:r>
              <a:t>Third: It works completely offline — even with zero load and zero mobile data.</a:t>
            </a:r>
          </a:p>
          <a:p>
            <a:r>
              <a:t>Fourth: A single tap confirms troop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[PAUSE FOR LIVE DEMONSTRATION]</a:t>
            </a:r>
          </a:p>
          <a:p>
            <a:r>
              <a:t>Sir, to prove this technology, I have placed a test phone right here on the table — it is locked and set to silent.</a:t>
            </a:r>
          </a:p>
          <a:p>
            <a:r>
              <a:t>From my laptop portal, I am now firing a live drill alert...</a:t>
            </a:r>
          </a:p>
          <a:p>
            <a:r>
              <a:t>[TRIGGER ALERT]</a:t>
            </a:r>
          </a:p>
          <a:p>
            <a:r>
              <a:t>As you can see and hear, the phone immediately activates at full volume. The order cannot be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Sir, this is why we are here today.</a:t>
            </a:r>
          </a:p>
          <a:p>
            <a:r>
              <a:t>The software and technology are already 100% built and functioning.</a:t>
            </a:r>
          </a:p>
          <a:p>
            <a:r>
              <a:t>What we need from national command is budget allocation for an Official Alphanumeric SENDER ID (such as '10RCDG').</a:t>
            </a:r>
          </a:p>
          <a:p>
            <a:r>
              <a:t>With a verified Sender ID, our alerts arrive under the official 10RCDG banner, bypass carrier spam blocking, and dispatch to thousands of troops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In conclusion, Sir/Ma'am:</a:t>
            </a:r>
          </a:p>
          <a:p>
            <a:r>
              <a:t>The technology works. The app is ready. The command console is operational.</a:t>
            </a:r>
          </a:p>
          <a:p>
            <a:r>
              <a:t>With your endorsement and budget for the SENDER ID, 10RCDG will become the fastest, most technologically responsive mobilization command in the Philippine Army.</a:t>
            </a:r>
          </a:p>
          <a:p>
            <a:r>
              <a:t>Thank you, Sir. I am ready for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1005840" cy="1005840"/>
          </a:xfrm>
          <a:prstGeom prst="rect">
            <a:avLst/>
          </a:prstGeom>
        </p:spPr>
      </p:pic>
      <p:pic>
        <p:nvPicPr>
          <p:cNvPr id="5" name="Picture 4" descr="rescom-pa-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1005840" cy="1005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31920" y="2468880"/>
            <a:ext cx="429768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7857"/>
                </a:solidFill>
              </a:defRPr>
            </a:pPr>
            <a:r>
              <a:t>10RCDG RAPID MOBILIZATION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34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RESCOM-ALERT</a:t>
            </a:r>
          </a:p>
          <a:p>
            <a:pPr algn="ctr">
              <a:defRPr sz="1800">
                <a:solidFill>
                  <a:srgbClr val="475569"/>
                </a:solidFill>
              </a:defRPr>
            </a:pPr>
            <a:r>
              <a:t>Emergency Siren Override &amp; Instant Troop Recall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Javier Siliacay (aka vier from USTP Autotronics)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Lead Systems Developer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56032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8686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Conventional Messaging Fails in Emergencies</a:t>
            </a:r>
          </a:p>
        </p:txBody>
      </p:sp>
      <p:pic>
        <p:nvPicPr>
          <p:cNvPr id="5" name="Picture 4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5720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10RCDG RESCOM-ALERT  •  Technical Briefing &amp; Command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02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3200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2194560"/>
            <a:ext cx="246888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C2626"/>
                </a:solidFill>
              </a:defRPr>
            </a:pPr>
            <a:r>
              <a:t>74% SILENT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04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Phones on Mute &amp; DND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Troops sleep through or miss standard SMS dings and chat notifications during Red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00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2194560"/>
            <a:ext cx="246888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97706"/>
                </a:solidFill>
              </a:defRPr>
            </a:pPr>
            <a:r>
              <a:t>NO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2004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Chat Apps Fail in Storms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Messenger and Viber require active internet. When cell towers lose data, chat groups fail.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00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2194560"/>
            <a:ext cx="24688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NO HEADCOUNT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004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Zero Acknowledgment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Commanders have no way to verify who received the order and who is actively en route.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56032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THE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8686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How the System Bypasses Phone Silence &amp; Data Limits</a:t>
            </a:r>
          </a:p>
        </p:txBody>
      </p:sp>
      <p:pic>
        <p:nvPicPr>
          <p:cNvPr id="5" name="Picture 4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5720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10RCDG RESCOM-ALERT  •  Technical Briefing &amp; Command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03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036289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901952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20"/>
            <a:ext cx="29260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Hardware Alarm Override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74520"/>
            <a:ext cx="6126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Bypasses Silent, Mute, and Do Not Disturb by using privileged Android USAGE_ALARM stream at maximum hardware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88920"/>
            <a:ext cx="1036289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2953512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26080"/>
            <a:ext cx="29260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Lockscreen Takeover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926080"/>
            <a:ext cx="6126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Forces the phone display ON even while locked, presenting the official 10RCDG emblem and mobilization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1036289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4005072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977640"/>
            <a:ext cx="29260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100% Offline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977640"/>
            <a:ext cx="6126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Triggered over basic GSM text message payload. Does NOT require mobile data, Wi-Fi, or internet connection on the soldier's 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1036289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5056632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029200"/>
            <a:ext cx="29260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Instant Acknowledgment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029200"/>
            <a:ext cx="6126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Soldier taps '✓ I Received This Order' to silence the siren and confirm their mobilization status to Headquarters.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56032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8686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in Action: From Command Console to Soldier</a:t>
            </a:r>
          </a:p>
        </p:txBody>
      </p:sp>
      <p:pic>
        <p:nvPicPr>
          <p:cNvPr id="5" name="Picture 4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5720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10RCDG RESCOM-ALERT  •  Technical Briefing &amp; Command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04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3200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2194560"/>
            <a:ext cx="246888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Officer Dispatches Alert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Commander selects target unit (e.g. 1001st CDC) on the web portal and clicks 'TRANSMIT EMERGENCY SIREN'.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00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2194560"/>
            <a:ext cx="2468880" cy="548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01752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Phone Lights Up &amp; Sounds Siren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The soldier's muted, locked phone immediately turns on, displays the 10RCDG emblem, and sounds a loud tactical siren.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00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2194560"/>
            <a:ext cx="246888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01752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Troop Acknowledges Order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Soldier taps '✓ I RECEIVED THIS ORDER'. The alarm silences and compliance is recorded for headquarters.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56032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STRATEGIC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8686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Goal: Securing an Official Alphanumeric SENDER ID</a:t>
            </a:r>
          </a:p>
        </p:txBody>
      </p:sp>
      <p:pic>
        <p:nvPicPr>
          <p:cNvPr id="5" name="Picture 4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5720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10RCDG RESCOM-ALERT  •  Technical Briefing &amp; Command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05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983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2103120"/>
            <a:ext cx="4251960" cy="548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CURRENT PROTOTYPE (SIM Gateway)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4251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C2626"/>
                </a:solidFill>
              </a:defRPr>
            </a:pPr>
            <a:r>
              <a:t>✗  Sent from an ordinary 11-digit number (0917-xxx-xxxx)</a:t>
            </a:r>
            <a:br/>
          </a:p>
          <a:p>
            <a:pPr>
              <a:defRPr sz="1200">
                <a:solidFill>
                  <a:srgbClr val="DC2626"/>
                </a:solidFill>
              </a:defRPr>
            </a:pPr>
            <a:r>
              <a:t>✗  Telco firewalls block all web links (.com, .app) due to NTC anti-smishing laws</a:t>
            </a:r>
            <a:br/>
          </a:p>
          <a:p>
            <a:pPr>
              <a:defRPr sz="1200">
                <a:solidFill>
                  <a:srgbClr val="DC2626"/>
                </a:solidFill>
              </a:defRPr>
            </a:pPr>
            <a:r>
              <a:t>✗  Slow speed: limited to 10–15 SMS per minute on SIM cards</a:t>
            </a:r>
            <a:br/>
          </a:p>
        </p:txBody>
      </p:sp>
      <p:sp>
        <p:nvSpPr>
          <p:cNvPr id="11" name="Rounded Rectangle 10"/>
          <p:cNvSpPr/>
          <p:nvPr/>
        </p:nvSpPr>
        <p:spPr>
          <a:xfrm>
            <a:off x="6291072" y="1828800"/>
            <a:ext cx="4983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56832" y="2103120"/>
            <a:ext cx="425196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WITH OFFICIAL SENDER ID ('10RCDG')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834640"/>
            <a:ext cx="4251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 Displays official military sender name: '10RCDG' or 'RESCOM-PA'</a:t>
            </a:r>
            <a:br/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✓  100% Whitelisted by Globe &amp; Smart: Zero spam blocking, allows official download links</a:t>
            </a:r>
            <a:br/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✓  High-speed broadcast: Dispatches 100+ SMS per second to thousands of troops instantly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56032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“When Every Second Counts, Silence is Not an Option.”</a:t>
            </a:r>
          </a:p>
          <a:p>
            <a:br/>
            <a:pPr algn="ctr">
              <a:defRPr sz="1600">
                <a:solidFill>
                  <a:srgbClr val="047857"/>
                </a:solidFill>
              </a:defRPr>
            </a:pPr>
            <a:r>
              <a:t>The software is ready. We respectfully request command endorsement</a:t>
            </a:r>
            <a:br/>
            <a:r>
              <a:t>and budget allocation for the official 10RCDG SENDER ID.</a:t>
            </a:r>
          </a:p>
          <a:p>
            <a:br/>
            <a:pPr algn="ctr">
              <a:defRPr sz="1400" b="1">
                <a:solidFill>
                  <a:srgbClr val="94A3B8"/>
                </a:solidFill>
              </a:defRPr>
            </a:pPr>
            <a:r>
              <a:t>Floor is open for Questions &amp; Live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Javier Siliacay (aka vier from USTP Autotronics)  •  Lead Developer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