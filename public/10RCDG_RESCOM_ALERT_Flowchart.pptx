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SCRIPT:</a:t>
            </a:r>
          </a:p>
          <a:p>
            <a:r>
              <a:t>Sir, here is the complete operational flowchart:</a:t>
            </a:r>
          </a:p>
          <a:p>
            <a:r>
              <a:t>1. Dispatch: Headquarters fires the mobilization alert from the secure web console.</a:t>
            </a:r>
          </a:p>
          <a:p>
            <a:r>
              <a:t>2. Transmission: The signal travels through the national GSM airwave via basic SMS — zero internet data required.</a:t>
            </a:r>
          </a:p>
          <a:p>
            <a:r>
              <a:t>3. Override: The soldier's Android app intercepts the text, overrides mute/DND, and sounds the tactical siren.</a:t>
            </a:r>
          </a:p>
          <a:p>
            <a:r>
              <a:t>4. Activation &amp; Feedback: The soldier taps 'I Received Order'. This completes the closed loop, giving headquarters a 100% verified headcount of active personnel.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1005840" cy="1005840"/>
          </a:xfrm>
          <a:prstGeom prst="rect">
            <a:avLst/>
          </a:prstGeom>
        </p:spPr>
      </p:pic>
      <p:pic>
        <p:nvPicPr>
          <p:cNvPr id="5" name="Picture 4" descr="rescom-pa-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1005840" cy="1005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31920" y="2468880"/>
            <a:ext cx="429768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7857"/>
                </a:solidFill>
              </a:defRPr>
            </a:pPr>
            <a:r>
              <a:t>10RCDG RAPID MOBILIZATION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534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RESCOM-ALERT</a:t>
            </a:r>
          </a:p>
          <a:p>
            <a:pPr algn="ctr">
              <a:defRPr sz="1800">
                <a:solidFill>
                  <a:srgbClr val="475569"/>
                </a:solidFill>
              </a:defRPr>
            </a:pPr>
            <a:r>
              <a:t>Emergency Siren Override &amp; Instant Troop Recall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Javier Siliacay (aka vier from USTP Autotronics)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Lead Systems Developer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11480"/>
            <a:ext cx="256032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4672"/>
            <a:ext cx="8686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Why Conventional Messaging Fails in Emergencies</a:t>
            </a:r>
          </a:p>
        </p:txBody>
      </p:sp>
      <p:pic>
        <p:nvPicPr>
          <p:cNvPr id="5" name="Picture 4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114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10RCDG RESCOM-ALERT  •  Technical Briefing &amp; Command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02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2103120"/>
            <a:ext cx="246888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C2626"/>
                </a:solidFill>
              </a:defRPr>
            </a:pPr>
            <a:r>
              <a:t>74% SILENT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089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Phones on Mute &amp; DND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Troops sleep through or miss standard SMS dings and chat notifications during Red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2103120"/>
            <a:ext cx="246888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97706"/>
                </a:solidFill>
              </a:defRPr>
            </a:pPr>
            <a:r>
              <a:t>NO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089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Chat Apps Fail in Storms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Messenger and Viber require active internet. When cell towers lose data, chat groups fail.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2103120"/>
            <a:ext cx="24688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NO HEADCOUNT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089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Zero Acknowledgment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Commanders have no way to verify who received the order and who is actively en route.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11480"/>
            <a:ext cx="256032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4672"/>
            <a:ext cx="8686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Tactical Operational Command Flowchart</a:t>
            </a:r>
          </a:p>
        </p:txBody>
      </p:sp>
      <p:pic>
        <p:nvPicPr>
          <p:cNvPr id="5" name="Picture 4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114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10RCDG RESCOM-ALERT  •  Technical Briefing &amp; Command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03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1945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1965960"/>
            <a:ext cx="192024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5F46"/>
                </a:solidFill>
              </a:defRPr>
            </a:pPr>
            <a:r>
              <a:t>01.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23160"/>
            <a:ext cx="18653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10RCDG Command Portal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Officer initiates alert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Selects CDC units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Fires Siren 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828800"/>
            <a:ext cx="21945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1965960"/>
            <a:ext cx="192024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02. TRANSMIT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2" y="2423160"/>
            <a:ext cx="18653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Telco Airwave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Smart / Globe network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Basic GSM cellular text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ZERO internet data req.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1945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1965960"/>
            <a:ext cx="1920240" cy="38404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03. OVERRIDE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423160"/>
            <a:ext cx="18653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Android Field App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Bypasses Silent / Mute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Wakes locked screen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Tactical siren sounds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828800"/>
            <a:ext cx="21945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60" y="1965960"/>
            <a:ext cx="192024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5F46"/>
                </a:solidFill>
              </a:defRPr>
            </a:pPr>
            <a:r>
              <a:t>04. ACTIVATE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423160"/>
            <a:ext cx="186537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Troop Compliance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Soldier reads order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Taps '✓ I Received Order'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Siren silences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154680" y="2743200"/>
            <a:ext cx="457200" cy="256032"/>
          </a:xfrm>
          <a:prstGeom prst="rightArrow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2450592"/>
            <a:ext cx="822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API / Web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97880" y="2743200"/>
            <a:ext cx="457200" cy="256032"/>
          </a:xfrm>
          <a:prstGeom prst="rightArrow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450592"/>
            <a:ext cx="822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GSM Airwave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641080" y="2743200"/>
            <a:ext cx="457200" cy="256032"/>
          </a:xfrm>
          <a:prstGeom prst="rightArrow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450592"/>
            <a:ext cx="822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</a:defRPr>
            </a:pPr>
            <a:r>
              <a:t>OS Trigger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389120"/>
            <a:ext cx="10362895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88720" y="4663440"/>
            <a:ext cx="2560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CLOSED-LOOP FEEDBACK</a:t>
            </a:r>
          </a:p>
          <a:p>
            <a:pPr algn="ctr">
              <a:defRPr sz="900">
                <a:solidFill>
                  <a:srgbClr val="475569"/>
                </a:solidFill>
              </a:defRPr>
            </a:pPr>
            <a:r>
              <a:t>Instant Command Accountability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61772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◄── Returning Signal: 100% Real-Time Troop Headcount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When the soldier taps '✓ I RECEIVED THIS ORDER', the app silences and transmits instant confirmation. The Headquarters Command Console immediately registers the soldier's response time, unit, and readiness status on the live commander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11480"/>
            <a:ext cx="256032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4672"/>
            <a:ext cx="8686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The 4 Pillars of the Mobile Engine</a:t>
            </a:r>
          </a:p>
        </p:txBody>
      </p:sp>
      <p:pic>
        <p:nvPicPr>
          <p:cNvPr id="5" name="Picture 4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114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10RCDG RESCOM-ALERT  •  Technical Briefing &amp; Command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04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1036289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1901952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7857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20"/>
            <a:ext cx="29260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Hardware Alarm Override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74520"/>
            <a:ext cx="6126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Bypasses Silent, Mute, and Do Not Disturb by using privileged Android USAGE_ALARM stream at maximum hardware volume.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88920"/>
            <a:ext cx="1036289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2953512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7857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26080"/>
            <a:ext cx="29260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Lockscreen Takeover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926080"/>
            <a:ext cx="6126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Forces the phone display ON even while locked, presenting the official 10RCDG emblem and mobilization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1036289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4005072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7857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977640"/>
            <a:ext cx="29260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100% Offline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977640"/>
            <a:ext cx="6126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Triggered over basic GSM text message payload. Does NOT require mobile data, Wi-Fi, or internet connection on the soldier's 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92040"/>
            <a:ext cx="1036289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5056632"/>
            <a:ext cx="54864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7857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029200"/>
            <a:ext cx="292608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Instant Acknowledgment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029200"/>
            <a:ext cx="6126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Soldier taps '✓ I Received This Order' to silence the siren and confirm their mobilization status to Headquarters.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11480"/>
            <a:ext cx="256032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4672"/>
            <a:ext cx="8686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Hands-On Test: Web Dispatch to Soldier Siren</a:t>
            </a:r>
          </a:p>
        </p:txBody>
      </p:sp>
      <p:pic>
        <p:nvPicPr>
          <p:cNvPr id="5" name="Picture 4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114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10RCDG RESCOM-ALERT  •  Technical Briefing &amp; Command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05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3200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2194560"/>
            <a:ext cx="246888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5F46"/>
                </a:solidFill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1752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Officer Dispatches Alert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Commander selects target unit (e.g. 1001st CDC) on the web portal and clicks 'TRANSMIT EMERGENCY SIREN'.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200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2194560"/>
            <a:ext cx="2468880" cy="5486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01752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Phone Lights Up &amp; Sounds Siren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The soldier's muted, locked phone immediately turns on, displays the 10RCDG emblem, and sounds a loud tactical siren.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2004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2194560"/>
            <a:ext cx="246888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5F46"/>
                </a:solidFill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01752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Troop Acknowledges Order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Soldier taps '✓ I RECEIVED THIS ORDER'. The alarm silences and compliance is recorded for headquarters.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11480"/>
            <a:ext cx="2560320" cy="32918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47857"/>
                </a:solidFill>
              </a:defRPr>
            </a:pPr>
            <a:r>
              <a:t>STRATEGIC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4672"/>
            <a:ext cx="8686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The Goal: Securing an Official Alphanumeric SENDER ID</a:t>
            </a:r>
          </a:p>
        </p:txBody>
      </p:sp>
      <p:pic>
        <p:nvPicPr>
          <p:cNvPr id="5" name="Picture 4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1148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10RCDG RESCOM-ALERT  •  Technical Briefing &amp; Command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06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4983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2103120"/>
            <a:ext cx="4251960" cy="548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CURRENT PROTOTYPE (SIM Gateway)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34640"/>
            <a:ext cx="4251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C2626"/>
                </a:solidFill>
              </a:defRPr>
            </a:pPr>
            <a:r>
              <a:t>✗  Sent from an ordinary 11-digit number (0917-xxx-xxxx)</a:t>
            </a:r>
            <a:br/>
          </a:p>
          <a:p>
            <a:pPr>
              <a:defRPr sz="1200">
                <a:solidFill>
                  <a:srgbClr val="DC2626"/>
                </a:solidFill>
              </a:defRPr>
            </a:pPr>
            <a:r>
              <a:t>✗  Telco firewalls block all web links (.com, .app) due to NTC anti-smishing laws</a:t>
            </a:r>
            <a:br/>
          </a:p>
          <a:p>
            <a:pPr>
              <a:defRPr sz="1200">
                <a:solidFill>
                  <a:srgbClr val="DC2626"/>
                </a:solidFill>
              </a:defRPr>
            </a:pPr>
            <a:r>
              <a:t>✗  Slow speed: limited to 10–15 SMS per minute on SIM cards</a:t>
            </a:r>
            <a:br/>
          </a:p>
        </p:txBody>
      </p:sp>
      <p:sp>
        <p:nvSpPr>
          <p:cNvPr id="11" name="Rounded Rectangle 10"/>
          <p:cNvSpPr/>
          <p:nvPr/>
        </p:nvSpPr>
        <p:spPr>
          <a:xfrm>
            <a:off x="6291072" y="1828800"/>
            <a:ext cx="4983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56832" y="2103120"/>
            <a:ext cx="425196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WITH OFFICIAL SENDER ID ('10RCDG')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834640"/>
            <a:ext cx="4251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✓  Displays official military sender name: '10RCDG' or 'RESCOM-PA'</a:t>
            </a:r>
            <a:br/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✓  100% Whitelisted by Globe &amp; Smart: Zero spam blocking, allows official download links</a:t>
            </a:r>
            <a:br/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✓  High-speed broadcast: Dispatches 100+ SMS per second to thousands of troops instantly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com-em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56032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“When Every Second Counts, Silence is Not an Option.”</a:t>
            </a:r>
          </a:p>
          <a:p>
            <a:br/>
            <a:pPr algn="ctr">
              <a:defRPr sz="1600">
                <a:solidFill>
                  <a:srgbClr val="047857"/>
                </a:solidFill>
              </a:defRPr>
            </a:pPr>
            <a:r>
              <a:t>The software is ready. We respectfully request command endorsement</a:t>
            </a:r>
            <a:br/>
            <a:r>
              <a:t>and budget allocation for the official 10RCDG SENDER ID.</a:t>
            </a:r>
          </a:p>
          <a:p>
            <a:br/>
            <a:pPr algn="ctr">
              <a:defRPr sz="1400" b="1">
                <a:solidFill>
                  <a:srgbClr val="94A3B8"/>
                </a:solidFill>
              </a:defRPr>
            </a:pPr>
            <a:r>
              <a:t>Floor is open for Questions &amp; Live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Javier Siliacay (aka vier from USTP Autotronics)  •  Lead Developer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